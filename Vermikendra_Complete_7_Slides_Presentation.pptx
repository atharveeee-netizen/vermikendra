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_cover_complete_17893893054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_image2_style_mas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_research_journal_definiti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_impact_research_journ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6_feasibility_risk_mas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5_team_research_journ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7_references_mas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