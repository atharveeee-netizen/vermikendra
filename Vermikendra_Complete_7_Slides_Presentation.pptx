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_cover_mast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_pictorial_text_178938975219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_research_journal_mast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4_impact_research_journa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6_feasibility_risk_mast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5_team_research_journa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7_references_mast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